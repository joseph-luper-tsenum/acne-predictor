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065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SkinCNN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CNN-Based Acne Detection from Dermatological Images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BME6938: Medical AI · Project 2 · Group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Luper Tsenum  ·  Maria C. Horey  ·  Benjamin D. Tondre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Florida ·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Acne vulgaris affects ~85% of adolescents worldwide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diagnosis requires dermatologist access — limited in many settings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classification could support primary care triage &amp; remote screening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CNN-based approaches show promise for dermatological image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CNN from scratch vs. transfer learning (ResNet-18, DenseNet-121, EfficientNet-B0) for acne vs. normal classification with Grad-CAM interpretability.</a:t>
            </a:r>
            <a:endParaRPr lang="en-US" sz="1400" dirty="0"/>
          </a:p>
        </p:txBody>
      </p:sp>
      <p:pic>
        <p:nvPicPr>
          <p:cNvPr id="7" name="Image 0" descr="/mnt/user-data/uploads/sample_im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914400"/>
            <a:ext cx="3200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57200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109728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skin lesion images (244×244 RGB)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Acne: 240 images (80%)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 60 images (20%)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70/15/15 stratified split (train/val/test)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CrossEntropyLoss for imbalance</a:t>
            </a:r>
            <a:endParaRPr lang="en-US" sz="1400" dirty="0"/>
          </a:p>
        </p:txBody>
      </p:sp>
      <p:pic>
        <p:nvPicPr>
          <p:cNvPr id="6" name="Image 1" descr="/mnt/user-data/uploads/augmented_samp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91840"/>
            <a:ext cx="8595360" cy="1645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augmentation: flip, rotation, affine, ColorJitter, grayscale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2540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3-block from scratch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32→64→128 channels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 params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06040" y="1737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ImageNet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11.2M params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25400">
            <a:solidFill>
              <a:srgbClr val="55A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5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DenseNet-121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37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ImageNet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connections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7.0M params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0F4F8"/>
          </a:solidFill>
          <a:ln w="25400">
            <a:solidFill>
              <a:srgbClr val="817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99516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17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86600" y="1737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 ImageNet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scaling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4.0M params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optimizer · ReduceLROnPlateau · Early stopping · Class-weighted loss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Evaluation: </a:t>
            </a: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Precision, Recall, F1, ROC-AUC, Confusion Matrix, Grad-CAM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Dynamics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ResNet-18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DenseNet-121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EfficientNet-B0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44E5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CNN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Image 0" descr="/mnt/user-data/uploads/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85953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Matrices &amp; ROC Curves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0"/>
            <a:ext cx="8778240" cy="1828800"/>
          </a:xfrm>
          <a:prstGeom prst="rect">
            <a:avLst/>
          </a:prstGeom>
        </p:spPr>
      </p:pic>
      <p:pic>
        <p:nvPicPr>
          <p:cNvPr id="5" name="Image 1" descr="/mnt/user-data/uploads/roc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34640"/>
            <a:ext cx="8229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Interpretability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gradcam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14400"/>
            <a:ext cx="548640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777740"/>
            <a:ext cx="9048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highlights diagnostically relevant skin regions — model focuses on lesion areas for acne and smooth texture for normal.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 vs. Transfer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0F0"/>
          </a:solidFill>
          <a:ln w="2540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CNN (From Scratch)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75.6%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0.583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 parameters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epochs (early stopped)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Struggled with limited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0FFF0"/>
          </a:solidFill>
          <a:ln w="25400">
            <a:solidFill>
              <a:srgbClr val="55A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A8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(Best: All 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100%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1.000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4M–11M parameters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features transfer well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classification on test 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is essential for small medical image datasets — pretrained features from ImageNet generalize remarkably well to dermatological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achieves perfect test accuracy vs. 75.6% from scratch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pretrained architectures perform identically — ImageNet features are sufficient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 confirms models focus on lesion regions, not background artifacts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 critical for the 300-image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dataset (300 images) — perfect test scores may reflect overfitting to limited test diversity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task only (acne vs. normal) — multi-class severity grading would be more clinically useful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 class imbalance (80% acne) limits evaluation of normal-class detection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validation on independent dermatological datasets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2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Luper Tsenum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architecture, model training,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Grad-CAM, report, GitHub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2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C. Horey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exploration, augmentation,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review, evaluation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2A3A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Benjamin D. Tondre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920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learning, hyperparameter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tuning, training dynamics, 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BME6938: Medical AI · Project 2 · University of Florida · Spring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534</Words>
  <Application>Microsoft Macintosh PowerPoint</Application>
  <PresentationFormat>On-screen Show (16:9)</PresentationFormat>
  <Paragraphs>121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SkinCNN: CNN-Based Acne Detection</dc:title>
  <dc:subject>PptxGenJS Presentation</dc:subject>
  <dc:creator>Group 6</dc:creator>
  <cp:lastModifiedBy>Tsenum, Joseph L.</cp:lastModifiedBy>
  <cp:revision>3</cp:revision>
  <dcterms:created xsi:type="dcterms:W3CDTF">2026-03-30T20:54:51Z</dcterms:created>
  <dcterms:modified xsi:type="dcterms:W3CDTF">2026-03-30T21:34:18Z</dcterms:modified>
</cp:coreProperties>
</file>